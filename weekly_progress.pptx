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5B6770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5B6770"/>
                </a:solidFill>
                <a:latin typeface="+mn-lt"/>
              </a:rPr>
              <a:t>Share of complaints found only in 4–5★ reviews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Hidden complaints</c:v>
                </c:pt>
              </c:strCache>
            </c:strRef>
          </c:tx>
          <c:spPr>
            <a:solidFill>
              <a:srgbClr val="2F7D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Baby/pet</c:v>
                  </c:pt>
                  <c:pt idx="1">
                    <c:v>Beauty</c:v>
                  </c:pt>
                  <c:pt idx="2">
                    <c:v>Food</c:v>
                  </c:pt>
                  <c:pt idx="3">
                    <c:v>Fashion</c:v>
                  </c:pt>
                  <c:pt idx="4">
                    <c:v>Home</c:v>
                  </c:pt>
                  <c:pt idx="5">
                    <c:v>Other</c:v>
                  </c:pt>
                  <c:pt idx="6">
                    <c:v>Digital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27</c:v>
                </c:pt>
                <c:pt idx="2">
                  <c:v>21</c:v>
                </c:pt>
                <c:pt idx="3">
                  <c:v>20</c:v>
                </c:pt>
                <c:pt idx="4">
                  <c:v>18</c:v>
                </c:pt>
                <c:pt idx="5">
                  <c:v>16</c:v>
                </c:pt>
                <c:pt idx="6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 am Akter Samia from Group 4. This is our weekly progress on analyzing Korean shopping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goal: help a company know what to fix, using what customers actually write, not just star ratings. The system has six steps. Steps 1 to 4 already work. Steps 5 and 6 are coded and only need an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week we built a baseline model on 200,000 reviews, prepared 3,000 reviews for labeling, labeled them with an AI for now, and ran the first four steps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simple model gets 92% accuracy. About 3% of reviews have text that disagrees with the stars. The baseline only catches about 4 in 10 of those, so we will test stronger models. We found 146 problem types. These numbers will be checked again with human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finding: 15 to 30 percent of complaints are written in 4 or 5 star reviews. A company that only reads low-star reviews misses them. Also, some 1 to 2 star reviews are actually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real problems the system found, for example clothes that run small, melted ice packs, and short expiry dates. Next, an AI will write a recommendation for each, citing real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limits: the data has no product IDs, the labels are from an AI and need a human check, rare topics like price are harder to detect, and we still need a GPU and an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week: two members label 200 reviews, we run the KcELECTRA model, run the Gemini tests, and generate recommendations. We also want to ask if this can become a paper.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E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Weekly Progress Report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From Reviews to Reliable Actions — Korean e-commerce review analysis</a:t>
            </a:r>
            <a:endParaRPr lang="en-US" sz="18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Data Science Tutorial · Group 4</a:t>
            </a:r>
            <a:endParaRPr lang="en-US" sz="18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Presenter: Akter Samia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recap: from reviews to actions</a:t>
            </a:r>
            <a:endParaRPr lang="en-US" sz="3200" dirty="0"/>
          </a:p>
        </p:txBody>
      </p:sp>
      <p:sp>
        <p:nvSpPr>
          <p:cNvPr id="3" name="goal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Goal: tell a company what to fix, backed by real reviews — not by star ratings.</a:t>
            </a:r>
            <a:endParaRPr lang="en-US" sz="1800" dirty="0"/>
          </a:p>
        </p:txBody>
      </p:sp>
      <p:sp>
        <p:nvSpPr>
          <p:cNvPr id="4" name="step1"/>
          <p:cNvSpPr/>
          <p:nvPr/>
        </p:nvSpPr>
        <p:spPr>
          <a:xfrm>
            <a:off x="457200" y="1645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2F7D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Trust filter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Drop gibberish and stars that contradict the text</a:t>
            </a:r>
            <a:endParaRPr lang="en-US" sz="1500" dirty="0"/>
          </a:p>
        </p:txBody>
      </p:sp>
      <p:sp>
        <p:nvSpPr>
          <p:cNvPr id="9" name="step2"/>
          <p:cNvSpPr/>
          <p:nvPr/>
        </p:nvSpPr>
        <p:spPr>
          <a:xfrm>
            <a:off x="3246120" y="1645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384048" cy="384048"/>
          </a:xfrm>
          <a:prstGeom prst="ellipse">
            <a:avLst/>
          </a:prstGeom>
          <a:solidFill>
            <a:srgbClr val="2F7D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Aspect sentiment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Delivery, price, quality, packaging, service</a:t>
            </a:r>
            <a:endParaRPr lang="en-US" sz="1500" dirty="0"/>
          </a:p>
        </p:txBody>
      </p:sp>
      <p:sp>
        <p:nvSpPr>
          <p:cNvPr id="14" name="step3"/>
          <p:cNvSpPr/>
          <p:nvPr/>
        </p:nvSpPr>
        <p:spPr>
          <a:xfrm>
            <a:off x="6035040" y="1645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384048" cy="384048"/>
          </a:xfrm>
          <a:prstGeom prst="ellipse">
            <a:avLst/>
          </a:prstGeom>
          <a:solidFill>
            <a:srgbClr val="2F7D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Issue discovery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Group complaints into concrete problems</a:t>
            </a:r>
            <a:endParaRPr lang="en-US" sz="1500" dirty="0"/>
          </a:p>
        </p:txBody>
      </p:sp>
      <p:sp>
        <p:nvSpPr>
          <p:cNvPr id="19" name="step4"/>
          <p:cNvSpPr/>
          <p:nvPr/>
        </p:nvSpPr>
        <p:spPr>
          <a:xfrm>
            <a:off x="457200" y="31089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2F7D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Prioritise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Rank by size and severity</a:t>
            </a:r>
            <a:endParaRPr lang="en-US" sz="1500" dirty="0"/>
          </a:p>
        </p:txBody>
      </p:sp>
      <p:sp>
        <p:nvSpPr>
          <p:cNvPr id="24" name="step5"/>
          <p:cNvSpPr/>
          <p:nvPr/>
        </p:nvSpPr>
        <p:spPr>
          <a:xfrm>
            <a:off x="3246120" y="31089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291840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Recommend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LLM action that cites reviews</a:t>
            </a:r>
            <a:endParaRPr lang="en-US" sz="1500" dirty="0"/>
          </a:p>
        </p:txBody>
      </p:sp>
      <p:sp>
        <p:nvSpPr>
          <p:cNvPr id="29" name="step6"/>
          <p:cNvSpPr/>
          <p:nvPr/>
        </p:nvSpPr>
        <p:spPr>
          <a:xfrm>
            <a:off x="6035040" y="31089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91840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Verify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A52"/>
                </a:solidFill>
              </a:rPr>
              <a:t>Check every claim against the reviews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26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A52"/>
                </a:solidFill>
              </a:rPr>
              <a:t>Green = working this week   ·   Orange = code ready, waiting for Gemini API key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did this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56032" cy="25603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Baseline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0972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TF-IDF (character n-grams) + logistic regression on 200k Naver Shopping reviews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256032" cy="25603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Annotation sample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7830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3,000 reviews, stratified by rating and baseline score; 200-row pilot; labeling guide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256032" cy="25603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Labels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468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3,000 labeled by an LLM (Claude) for now; human check of the pilot still to 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256032" cy="25603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Stages 1–4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154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Trust filter, aspect models, issue clustering and ranking — running end to 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256032" cy="256032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 code ready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8404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Gemini scripts and KcELECTRA Colab notebook written and tested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First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7D6D"/>
                </a:solidFill>
              </a:rPr>
              <a:t>0.922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baseline accuracy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(sentiment, test set)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7D6D"/>
                </a:solidFill>
              </a:rPr>
              <a:t>3.3%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all reviews: 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contradicts the stars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22B"/>
                </a:solidFill>
              </a:rPr>
              <a:t>0.41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baseline recall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mismatches (weighted)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7D6D"/>
                </a:solidFill>
              </a:rPr>
              <a:t>146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377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issues found across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 product categories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E4A52"/>
                </a:solidFill>
              </a:rPr>
              <a:t>Baseline is precise but misses most mismatches → motivates KcELECTRA and LLM comparison.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E4A52"/>
                </a:solidFill>
              </a:rPr>
              <a:t>Mismatch and issue numbers use LLM labels; they will be rechecked against human labels.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Many complaints hide in 4–5★ reviews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means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Reading only 1–2★ reviews misses 15–30% of complaints.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4–10% of 1–2★ reviews are not complaints at all.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So: trust the text, not the stars (RQ3).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Examples of issues the system found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38912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Complaints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 4–5★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Fashion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Size runs small (사이즈가 작아요)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1,620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Food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Ice packs melted on arrival (아이스팩 녹아서)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608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143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Food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Expiry date too close (유통기한 임박)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458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75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Home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Adhesive does not hold (접착력이 약해)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379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Digital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Charging does not work (충전 안되)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444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64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E4A52"/>
                </a:solidFill>
              </a:rPr>
              <a:t>Next step: Gemini turns each issue into a recommendation that cites these reviews, then a second check verifies every claim.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5C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44168"/>
            <a:ext cx="292608" cy="29260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07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product IDs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Grouped by category from keywords; ~70% of reviews are too generic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5C9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44168"/>
            <a:ext cx="292608" cy="29260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07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LLM labels, not human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Need human pilot labels to measure how far we can trust them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5C9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44368"/>
            <a:ext cx="292608" cy="29260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Rare aspects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Price, packaging, service models are weak (negative F1 0.39–0.55)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5C9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944368"/>
            <a:ext cx="292608" cy="29260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GPU / API yet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KcELECTRA needs Colab; Gemini steps need an API key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for next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43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Human labels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143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members label the 200 pilot rows; compute Cohen's κ (target ≥ 0.6)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KcELECTRA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the Colab notebook; compare with the baseline (0.922)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Gemini experiments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88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Zero-shot labels, 3 runs + Korean prompt for reliability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Grounded vs ungrounded for the top 5 issues per category; verify claims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E4A52"/>
                </a:solidFill>
              </a:rPr>
              <a:t>Question for the professor: can this become a paper (HCLT / KCC)?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ly Plain">
  <a:themeElements>
    <a:clrScheme name="Weekly Plain">
      <a:dk1>
        <a:srgbClr val="222222"/>
      </a:dk1>
      <a:lt1>
        <a:srgbClr val="FFFFFF"/>
      </a:lt1>
      <a:dk2>
        <a:srgbClr val="2E4A52"/>
      </a:dk2>
      <a:lt2>
        <a:srgbClr val="EEF3F2"/>
      </a:lt2>
      <a:accent1>
        <a:srgbClr val="2F7D6D"/>
      </a:accent1>
      <a:accent2>
        <a:srgbClr val="D9822B"/>
      </a:accent2>
      <a:accent3>
        <a:srgbClr val="8AA8A1"/>
      </a:accent3>
      <a:accent4>
        <a:srgbClr val="5B6770"/>
      </a:accent4>
      <a:accent5>
        <a:srgbClr val="B5C9C4"/>
      </a:accent5>
      <a:accent6>
        <a:srgbClr val="C0504D"/>
      </a:accent6>
      <a:hlink>
        <a:srgbClr val="2F7D6D"/>
      </a:hlink>
      <a:folHlink>
        <a:srgbClr val="5B6770"/>
      </a:folHlink>
    </a:clrScheme>
    <a:fontScheme name="Weekly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</dc:title>
  <dc:subject>PptxGenJS Presentation</dc:subject>
  <dc:creator>PptxGenJS</dc:creator>
  <cp:lastModifiedBy>PptxGenJS</cp:lastModifiedBy>
  <cp:revision>1</cp:revision>
  <dcterms:created xsi:type="dcterms:W3CDTF">2026-10-12T00:50:10Z</dcterms:created>
  <dcterms:modified xsi:type="dcterms:W3CDTF">2026-10-12T00:50:10Z</dcterms:modified>
</cp:coreProperties>
</file>