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 am Akter Samia from Group 4. This is our weekly progress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the public Naver Shopping review dataset from GitHub: 200,000 Korean product reviews with star ratings, collected in June and July 2020. It is balanced, half positive and half negative, and 3-star reviews were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week we built a baseline model with 92% accuracy, chose 3,000 reviews to label, labeled them with an AI for now, measured the results, ran the first four stages, and wrote the code for the stronger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is 92% accurate. About 3% of reviews have text that disagrees with the stars, but the baseline finds only 41% of them. Our main finding: 15 to 30 percent of complaints are in 4 or 5 star reviews. We found 146 problem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problems: the data has no product IDs, our labels need a human check, and we need a GPU and an API key. Next week two members label 200 reviews, we run KcELECTRA, and we run the Gemini steps.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E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Weekly Progress Report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From Reviews to Reliable Actions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Data Science Tutorial · Group 4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Presenter: Akter Samia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Our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7D6D"/>
                </a:solidFill>
              </a:rPr>
              <a:t>200,000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Korean product reviews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325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7D6D"/>
                </a:solidFill>
              </a:rPr>
              <a:t>1–5★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 rating + review text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25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7D6D"/>
                </a:solidFill>
              </a:rPr>
              <a:t>2020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collected June–July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Source: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Naver Shopping review dataset, public on GitHub (github.com/bab2min/corpus)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Balanced: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half positive (4–5★), half negative (1–2★); 3★ reviews removed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did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347472" cy="34747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Baseline model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097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TF-IDF + logistic regression, 92.2% accuracy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7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347472" cy="34747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700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Annotation sample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700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3,000 reviews to label, 200 pilot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700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7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sample_for_annotation.py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347472" cy="34747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304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LLM labels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23042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3,000 labeled by an LLM for now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7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claude_labels.csv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347472" cy="34747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Evaluation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9077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Mismatch rate and detection scores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907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7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347472" cy="34747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511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Stages 1–4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154680" y="35112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Filter, aspects, issue grouping, ranking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511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7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issues.py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347472" cy="34747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Next-stage code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KcELECTRA (Colab) and Gemini scripts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7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llm_label.py, ...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7D6D"/>
                </a:solidFill>
              </a:rPr>
              <a:t>92.2%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baseline accuracy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39696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9696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7D6D"/>
                </a:solidFill>
              </a:rPr>
              <a:t>3.3%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231136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text contradicts stars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22192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822B"/>
                </a:solidFill>
              </a:rPr>
              <a:t>41%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mismatches the baseline finds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04688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4688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15–30%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96128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complaints hidden in 4–5★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87184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7D6D"/>
                </a:solidFill>
              </a:rPr>
              <a:t>146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278624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issues found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Main finding: a company reading only 1–2★ reviews misses 15–30% of complaints.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Problems and next week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</a:rPr>
              <a:t>Problems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product IDs, so categories come from keywords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Labels are from an LLM and need a human check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KcELECTRA needs a GPU; Gemini needs an API key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D6D"/>
                </a:solidFill>
              </a:rPr>
              <a:t>Next week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892040" y="1783080"/>
            <a:ext cx="365760" cy="36576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Label 200 pilot rows (2 members)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2560320"/>
            <a:ext cx="365760" cy="36576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Run KcELECTRA on Colab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92040" y="3337560"/>
            <a:ext cx="365760" cy="36576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Run the Gemini steps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ly Plain">
  <a:themeElements>
    <a:clrScheme name="Weekly Plain">
      <a:dk1>
        <a:srgbClr val="222222"/>
      </a:dk1>
      <a:lt1>
        <a:srgbClr val="FFFFFF"/>
      </a:lt1>
      <a:dk2>
        <a:srgbClr val="2E4A52"/>
      </a:dk2>
      <a:lt2>
        <a:srgbClr val="EEF3F2"/>
      </a:lt2>
      <a:accent1>
        <a:srgbClr val="2F7D6D"/>
      </a:accent1>
      <a:accent2>
        <a:srgbClr val="D9822B"/>
      </a:accent2>
      <a:accent3>
        <a:srgbClr val="8AA8A1"/>
      </a:accent3>
      <a:accent4>
        <a:srgbClr val="3E4A52"/>
      </a:accent4>
      <a:accent5>
        <a:srgbClr val="B5C9C4"/>
      </a:accent5>
      <a:accent6>
        <a:srgbClr val="C0504D"/>
      </a:accent6>
      <a:hlink>
        <a:srgbClr val="2F7D6D"/>
      </a:hlink>
      <a:folHlink>
        <a:srgbClr val="3E4A52"/>
      </a:folHlink>
    </a:clrScheme>
    <a:fontScheme name="Weekly 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</dc:title>
  <dc:subject>PptxGenJS Presentation</dc:subject>
  <dc:creator>PptxGenJS</dc:creator>
  <cp:lastModifiedBy>PptxGenJS</cp:lastModifiedBy>
  <cp:revision>1</cp:revision>
  <dcterms:created xsi:type="dcterms:W3CDTF">2026-10-12T01:50:08Z</dcterms:created>
  <dcterms:modified xsi:type="dcterms:W3CDTF">2026-10-12T01:50:08Z</dcterms:modified>
</cp:coreProperties>
</file>